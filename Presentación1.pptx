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A5F6"/>
    <a:srgbClr val="93F977"/>
    <a:srgbClr val="43F513"/>
    <a:srgbClr val="FC9292"/>
    <a:srgbClr val="941504"/>
    <a:srgbClr val="FB5757"/>
    <a:srgbClr val="74B0F8"/>
    <a:srgbClr val="2B86F5"/>
    <a:srgbClr val="074591"/>
    <a:srgbClr val="2329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BD71E6-B088-ABD1-C175-6F4EFA9079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153E72A-1EA0-51C2-379E-53A61A1F3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EF3E36-EEE1-6BDC-CB00-C0D67BDBE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54A655-A747-E39B-1F4B-7A49CE2A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E8E957-9F17-C6C3-4C4D-C87B65611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091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2C544-9D5A-909D-A6AF-A95F7906A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140694-E3D8-329C-F512-7C0E341F0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59E5BC-6C58-B960-DE69-4485BB457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214D0C-93BB-D45C-EBFD-DA762AA4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9FE6FC-1FC9-B4F5-42A5-FD970485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793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4F94C-E9E9-EC55-3F06-649D87D31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A807C31-0BDB-F523-A386-72C93C9B0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F7D9EB-3AB5-F861-4AF5-F6FB7CE4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1A2D2C-A031-F5FA-6F86-3717141B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09520-2B81-4A73-4E23-9BFF3A0E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262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022EF-E710-3102-2046-A0075806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32E29-6310-E457-DE68-FCA126DD9F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CFBB03-9C9E-42BB-0797-D864D6662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A59796-E29E-30F1-A2CB-0AB01620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DD1565-A3CF-2891-D906-9F17AE07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6011148-C472-1A2C-614B-97335790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11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7F0AC-DE41-DD04-8A8D-4AD75E6E7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07B8A7-B37E-4D6E-1D00-2061CDF40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206BC8-2D41-23D5-8F0B-DD8C40B49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BCBA71-0AA9-1803-87E0-C05DEF90C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A6F016-36DE-DD42-C3B9-FB3A4E5F6A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3AC8A71-89B0-286E-FEA3-E6F0044AE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0FB437-A662-59FD-45E6-31F2DAE54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285FC2-BA97-DC2E-6139-2EFCE2096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2220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1E8701-FFD0-8960-F8E4-AC8A3E40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42831DF-610C-AE30-ACBD-183675FAF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41B93C-6D76-247B-017F-49334877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D12A4C-9DDD-5C40-CB52-7A9926A8F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3515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B55A6-19C4-C6C9-7ED9-83D0EE96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9EC42DC-73F2-3967-F40C-4519DA9EE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7FF754-7EBD-407A-1F15-8BB313D9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484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34A08-31AA-BCBA-0A96-9D16167E9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362C70-DBAB-48FF-5812-A06C823F7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7B45BB-F2A2-D588-899C-43C2A22B9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5D54C2-9CB9-2582-0908-3614F42E8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477A35-5907-12D1-99A5-7238EC44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5C54A0-6952-31C9-2A2A-B3A1EE6E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496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A53B1-243A-BABE-B456-423E2CC95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66C718B-EA7C-D382-12D0-EE72D3A17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C13FBF-C166-A44E-858E-EF868FBB9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DB4E39-864E-0B68-50BC-28AAA4E9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2F7C8C-D20C-CD04-1E8D-5704722C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7AD318-6A4D-5B69-E1DB-D47DA653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4707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851D4-A54F-90AD-004F-34BEF7F68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656F58-68A2-F862-7517-0A083DEFC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9B98F4-4C28-201D-5DE5-552A269A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190C6-F37C-91A8-2855-D43C6DDBA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204494-B659-F114-DC49-10B8741A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5111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099C7E-41C0-FB9C-E105-C190667A4E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7FF74D-BCC0-6E03-09BF-116794B237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F8985E-02B1-CE2B-A92D-24438283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0C5A73-1528-C60E-AC6F-1A739D5EB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CC7A39-002B-E74C-A824-2B2430A5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487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8F416F0-5B17-E8BC-DA92-9C7BB730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369165-1C00-50F8-C638-7FE0EA9F8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237923-ED32-8365-BB3B-5B4EA6C5D0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8F9070-8861-4FBE-84D2-FE8E101678E2}" type="datetimeFigureOut">
              <a:rPr lang="es-ES" smtClean="0"/>
              <a:t>14/06/2026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A264C9-DED8-0304-7E88-5E1E6D5E40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B2CA83-A798-322E-3ED4-54E1F9336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A35BB-5519-43C0-ADEC-E7856BF307D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3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upo 60">
            <a:extLst>
              <a:ext uri="{FF2B5EF4-FFF2-40B4-BE49-F238E27FC236}">
                <a16:creationId xmlns:a16="http://schemas.microsoft.com/office/drawing/2014/main" id="{63C7F5E6-7DFD-DA5E-80D7-52D3CAB803E3}"/>
              </a:ext>
            </a:extLst>
          </p:cNvPr>
          <p:cNvGrpSpPr/>
          <p:nvPr/>
        </p:nvGrpSpPr>
        <p:grpSpPr>
          <a:xfrm>
            <a:off x="4267265" y="1774068"/>
            <a:ext cx="5105715" cy="2245438"/>
            <a:chOff x="4267265" y="1774068"/>
            <a:chExt cx="5105715" cy="2245438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A3A25C7B-1C2A-AE4C-8E6A-AD2C0C711B4B}"/>
                </a:ext>
              </a:extLst>
            </p:cNvPr>
            <p:cNvSpPr/>
            <p:nvPr/>
          </p:nvSpPr>
          <p:spPr>
            <a:xfrm>
              <a:off x="5920386" y="3034512"/>
              <a:ext cx="984994" cy="984994"/>
            </a:xfrm>
            <a:prstGeom prst="ellipse">
              <a:avLst/>
            </a:prstGeom>
            <a:solidFill>
              <a:schemeClr val="bg2">
                <a:lumMod val="90000"/>
                <a:alpha val="69804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3" name="Elipse 32">
              <a:extLst>
                <a:ext uri="{FF2B5EF4-FFF2-40B4-BE49-F238E27FC236}">
                  <a16:creationId xmlns:a16="http://schemas.microsoft.com/office/drawing/2014/main" id="{3A582F9C-AC04-579D-C801-5ECCD5DBE669}"/>
                </a:ext>
              </a:extLst>
            </p:cNvPr>
            <p:cNvSpPr/>
            <p:nvPr/>
          </p:nvSpPr>
          <p:spPr>
            <a:xfrm>
              <a:off x="7065480" y="1774068"/>
              <a:ext cx="759212" cy="759212"/>
            </a:xfrm>
            <a:prstGeom prst="ellipse">
              <a:avLst/>
            </a:prstGeom>
            <a:solidFill>
              <a:schemeClr val="bg2">
                <a:lumMod val="90000"/>
                <a:alpha val="69804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633608D1-BCFB-7238-C987-D3364D27228B}"/>
                </a:ext>
              </a:extLst>
            </p:cNvPr>
            <p:cNvSpPr/>
            <p:nvPr/>
          </p:nvSpPr>
          <p:spPr>
            <a:xfrm>
              <a:off x="4468071" y="2092621"/>
              <a:ext cx="1117600" cy="1117600"/>
            </a:xfrm>
            <a:prstGeom prst="ellipse">
              <a:avLst/>
            </a:prstGeom>
            <a:solidFill>
              <a:srgbClr val="93F977">
                <a:alpha val="69804"/>
              </a:srgbClr>
            </a:solidFill>
            <a:ln>
              <a:solidFill>
                <a:srgbClr val="93F9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65212551-C60B-D1FD-A567-3923DD950610}"/>
                </a:ext>
              </a:extLst>
            </p:cNvPr>
            <p:cNvSpPr/>
            <p:nvPr/>
          </p:nvSpPr>
          <p:spPr>
            <a:xfrm>
              <a:off x="6840113" y="2216660"/>
              <a:ext cx="603179" cy="906815"/>
            </a:xfrm>
            <a:custGeom>
              <a:avLst/>
              <a:gdLst>
                <a:gd name="csX0" fmla="*/ 754380 w 754845"/>
                <a:gd name="csY0" fmla="*/ 0 h 979170"/>
                <a:gd name="csX1" fmla="*/ 632460 w 754845"/>
                <a:gd name="csY1" fmla="*/ 358140 h 979170"/>
                <a:gd name="csX2" fmla="*/ 0 w 754845"/>
                <a:gd name="csY2" fmla="*/ 979170 h 979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754845" h="979170">
                  <a:moveTo>
                    <a:pt x="754380" y="0"/>
                  </a:moveTo>
                  <a:cubicBezTo>
                    <a:pt x="756285" y="97472"/>
                    <a:pt x="758190" y="194945"/>
                    <a:pt x="632460" y="358140"/>
                  </a:cubicBezTo>
                  <a:cubicBezTo>
                    <a:pt x="506730" y="521335"/>
                    <a:pt x="253365" y="750252"/>
                    <a:pt x="0" y="979170"/>
                  </a:cubicBezTo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E56B3DB8-77F5-EA04-2E8D-2A2BE072D91A}"/>
                </a:ext>
              </a:extLst>
            </p:cNvPr>
            <p:cNvSpPr/>
            <p:nvPr/>
          </p:nvSpPr>
          <p:spPr>
            <a:xfrm>
              <a:off x="7284588" y="2005875"/>
              <a:ext cx="304802" cy="30480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5" name="Forma libre: forma 14">
              <a:extLst>
                <a:ext uri="{FF2B5EF4-FFF2-40B4-BE49-F238E27FC236}">
                  <a16:creationId xmlns:a16="http://schemas.microsoft.com/office/drawing/2014/main" id="{ADFEABE5-A121-F25E-18C0-308C89164E1D}"/>
                </a:ext>
              </a:extLst>
            </p:cNvPr>
            <p:cNvSpPr/>
            <p:nvPr/>
          </p:nvSpPr>
          <p:spPr>
            <a:xfrm rot="18284175">
              <a:off x="5073606" y="2113921"/>
              <a:ext cx="498892" cy="2111573"/>
            </a:xfrm>
            <a:custGeom>
              <a:avLst/>
              <a:gdLst>
                <a:gd name="csX0" fmla="*/ 227377 w 227377"/>
                <a:gd name="csY0" fmla="*/ 1741170 h 1741170"/>
                <a:gd name="csX1" fmla="*/ 17827 w 227377"/>
                <a:gd name="csY1" fmla="*/ 1337310 h 1741170"/>
                <a:gd name="csX2" fmla="*/ 25447 w 227377"/>
                <a:gd name="csY2" fmla="*/ 0 h 17411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7377" h="1741170">
                  <a:moveTo>
                    <a:pt x="227377" y="1741170"/>
                  </a:moveTo>
                  <a:cubicBezTo>
                    <a:pt x="139429" y="1684337"/>
                    <a:pt x="51482" y="1627505"/>
                    <a:pt x="17827" y="1337310"/>
                  </a:cubicBezTo>
                  <a:cubicBezTo>
                    <a:pt x="-15828" y="1047115"/>
                    <a:pt x="4809" y="523557"/>
                    <a:pt x="25447" y="0"/>
                  </a:cubicBezTo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F663DDCF-9255-123F-6081-C2AAA7AC2904}"/>
                </a:ext>
              </a:extLst>
            </p:cNvPr>
            <p:cNvSpPr/>
            <p:nvPr/>
          </p:nvSpPr>
          <p:spPr>
            <a:xfrm>
              <a:off x="6260482" y="3372223"/>
              <a:ext cx="304802" cy="304802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624849FB-BA8B-2E4A-E86A-EA4E9CE5E6CE}"/>
                    </a:ext>
                  </a:extLst>
                </p:cNvPr>
                <p:cNvSpPr txBox="1"/>
                <p:nvPr/>
              </p:nvSpPr>
              <p:spPr>
                <a:xfrm>
                  <a:off x="4827669" y="2208162"/>
                  <a:ext cx="25686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es-ES" sz="1600" dirty="0"/>
                </a:p>
              </p:txBody>
            </p:sp>
          </mc:Choice>
          <mc:Fallback xmlns="">
            <p:sp>
              <p:nvSpPr>
                <p:cNvPr id="25" name="CuadroTexto 24">
                  <a:extLst>
                    <a:ext uri="{FF2B5EF4-FFF2-40B4-BE49-F238E27FC236}">
                      <a16:creationId xmlns:a16="http://schemas.microsoft.com/office/drawing/2014/main" id="{624849FB-BA8B-2E4A-E86A-EA4E9CE5E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7669" y="2208162"/>
                  <a:ext cx="256865" cy="246221"/>
                </a:xfrm>
                <a:prstGeom prst="rect">
                  <a:avLst/>
                </a:prstGeom>
                <a:blipFill>
                  <a:blip r:embed="rId2"/>
                  <a:stretch>
                    <a:fillRect l="-30952" r="-2381" b="-31707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C44D8EDA-4BDD-FB6A-838F-D9530AD8E46D}"/>
                    </a:ext>
                  </a:extLst>
                </p:cNvPr>
                <p:cNvSpPr txBox="1"/>
                <p:nvPr/>
              </p:nvSpPr>
              <p:spPr>
                <a:xfrm>
                  <a:off x="6504766" y="2125118"/>
                  <a:ext cx="21403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s-ES" sz="1600" dirty="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C44D8EDA-4BDD-FB6A-838F-D9530AD8E4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4766" y="2125118"/>
                  <a:ext cx="214033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25714" r="-5714" b="-175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0CFD9011-C329-D459-A271-FB26A979D268}"/>
                    </a:ext>
                  </a:extLst>
                </p:cNvPr>
                <p:cNvSpPr txBox="1"/>
                <p:nvPr/>
              </p:nvSpPr>
              <p:spPr>
                <a:xfrm>
                  <a:off x="4943366" y="2792991"/>
                  <a:ext cx="22525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s-E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s-ES" sz="1600" dirty="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0CFD9011-C329-D459-A271-FB26A979D2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3366" y="2792991"/>
                  <a:ext cx="225254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6216" r="-5405" b="-14634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D014708B-E168-0729-9823-A75004ADE370}"/>
                </a:ext>
              </a:extLst>
            </p:cNvPr>
            <p:cNvGrpSpPr/>
            <p:nvPr/>
          </p:nvGrpSpPr>
          <p:grpSpPr>
            <a:xfrm>
              <a:off x="6661599" y="2313769"/>
              <a:ext cx="2711381" cy="1439333"/>
              <a:chOff x="5009583" y="2854620"/>
              <a:chExt cx="2711381" cy="1439333"/>
            </a:xfrm>
          </p:grpSpPr>
          <p:sp>
            <p:nvSpPr>
              <p:cNvPr id="6" name="Elipse 5">
                <a:extLst>
                  <a:ext uri="{FF2B5EF4-FFF2-40B4-BE49-F238E27FC236}">
                    <a16:creationId xmlns:a16="http://schemas.microsoft.com/office/drawing/2014/main" id="{5604F771-C7D1-640D-84DD-DA78A99083AE}"/>
                  </a:ext>
                </a:extLst>
              </p:cNvPr>
              <p:cNvSpPr/>
              <p:nvPr/>
            </p:nvSpPr>
            <p:spPr>
              <a:xfrm>
                <a:off x="6281631" y="2854620"/>
                <a:ext cx="1439333" cy="1439333"/>
              </a:xfrm>
              <a:prstGeom prst="ellipse">
                <a:avLst/>
              </a:prstGeom>
              <a:solidFill>
                <a:srgbClr val="92A5F6">
                  <a:alpha val="80000"/>
                </a:srgbClr>
              </a:solidFill>
              <a:ln>
                <a:solidFill>
                  <a:srgbClr val="92A5F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1" name="Forma libre: forma 10">
                <a:extLst>
                  <a:ext uri="{FF2B5EF4-FFF2-40B4-BE49-F238E27FC236}">
                    <a16:creationId xmlns:a16="http://schemas.microsoft.com/office/drawing/2014/main" id="{D5B39075-2F55-2214-0972-9E9C7A693C51}"/>
                  </a:ext>
                </a:extLst>
              </p:cNvPr>
              <p:cNvSpPr/>
              <p:nvPr/>
            </p:nvSpPr>
            <p:spPr>
              <a:xfrm>
                <a:off x="5009583" y="3494902"/>
                <a:ext cx="1887363" cy="273350"/>
              </a:xfrm>
              <a:custGeom>
                <a:avLst/>
                <a:gdLst>
                  <a:gd name="csX0" fmla="*/ 1230630 w 1230630"/>
                  <a:gd name="csY0" fmla="*/ 118110 h 273350"/>
                  <a:gd name="csX1" fmla="*/ 628650 w 1230630"/>
                  <a:gd name="csY1" fmla="*/ 270510 h 273350"/>
                  <a:gd name="csX2" fmla="*/ 0 w 1230630"/>
                  <a:gd name="csY2" fmla="*/ 0 h 2733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30630" h="273350">
                    <a:moveTo>
                      <a:pt x="1230630" y="118110"/>
                    </a:moveTo>
                    <a:cubicBezTo>
                      <a:pt x="1032192" y="204152"/>
                      <a:pt x="833755" y="290195"/>
                      <a:pt x="628650" y="270510"/>
                    </a:cubicBezTo>
                    <a:cubicBezTo>
                      <a:pt x="423545" y="250825"/>
                      <a:pt x="97155" y="50800"/>
                      <a:pt x="0" y="0"/>
                    </a:cubicBezTo>
                  </a:path>
                </a:pathLst>
              </a:cu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F44FF0CA-A185-5364-2E02-71DEF14F0614}"/>
                  </a:ext>
                </a:extLst>
              </p:cNvPr>
              <p:cNvSpPr/>
              <p:nvPr/>
            </p:nvSpPr>
            <p:spPr>
              <a:xfrm>
                <a:off x="6848896" y="3421885"/>
                <a:ext cx="304802" cy="304802"/>
              </a:xfrm>
              <a:prstGeom prst="ellipse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0BD49D4B-356B-CCF0-3F7B-3E80AD0CB561}"/>
                  </a:ext>
                </a:extLst>
              </p:cNvPr>
              <p:cNvCxnSpPr>
                <a:cxnSpLocks/>
                <a:stCxn id="6" idx="3"/>
                <a:endCxn id="6" idx="7"/>
              </p:cNvCxnSpPr>
              <p:nvPr/>
            </p:nvCxnSpPr>
            <p:spPr>
              <a:xfrm flipV="1">
                <a:off x="6492416" y="3065405"/>
                <a:ext cx="1017763" cy="1017763"/>
              </a:xfrm>
              <a:prstGeom prst="line">
                <a:avLst/>
              </a:prstGeom>
              <a:ln w="12700"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449D8EB7-7C3F-AC6C-05DC-2414FFE3B130}"/>
                      </a:ext>
                    </a:extLst>
                  </p:cNvPr>
                  <p:cNvSpPr txBox="1"/>
                  <p:nvPr/>
                </p:nvSpPr>
                <p:spPr>
                  <a:xfrm>
                    <a:off x="7184320" y="3337324"/>
                    <a:ext cx="290592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s-ES" sz="1600" dirty="0"/>
                  </a:p>
                </p:txBody>
              </p:sp>
            </mc:Choice>
            <mc:Fallback xmlns="">
              <p:sp>
                <p:nvSpPr>
                  <p:cNvPr id="22" name="CuadroTexto 21">
                    <a:extLst>
                      <a:ext uri="{FF2B5EF4-FFF2-40B4-BE49-F238E27FC236}">
                        <a16:creationId xmlns:a16="http://schemas.microsoft.com/office/drawing/2014/main" id="{449D8EB7-7C3F-AC6C-05DC-2414FFE3B13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84320" y="3337324"/>
                    <a:ext cx="290592" cy="246221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532" r="-6383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9F7F4EE3-3CD0-69D2-B4CE-6F120F79F2DA}"/>
                      </a:ext>
                    </a:extLst>
                  </p:cNvPr>
                  <p:cNvSpPr txBox="1"/>
                  <p:nvPr/>
                </p:nvSpPr>
                <p:spPr>
                  <a:xfrm>
                    <a:off x="6912983" y="3678333"/>
                    <a:ext cx="224677" cy="26603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s-E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oMath>
                      </m:oMathPara>
                    </a14:m>
                    <a:endParaRPr lang="es-ES" sz="1600" dirty="0"/>
                  </a:p>
                </p:txBody>
              </p:sp>
            </mc:Choice>
            <mc:Fallback xmlns="">
              <p:sp>
                <p:nvSpPr>
                  <p:cNvPr id="32" name="CuadroTexto 31">
                    <a:extLst>
                      <a:ext uri="{FF2B5EF4-FFF2-40B4-BE49-F238E27FC236}">
                        <a16:creationId xmlns:a16="http://schemas.microsoft.com/office/drawing/2014/main" id="{9F7F4EE3-3CD0-69D2-B4CE-6F120F79F2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12983" y="3678333"/>
                    <a:ext cx="224677" cy="26603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514" r="-13514" b="-27907"/>
                    </a:stretch>
                  </a:blipFill>
                </p:spPr>
                <p:txBody>
                  <a:bodyPr/>
                  <a:lstStyle/>
                  <a:p>
                    <a:r>
                      <a:rPr lang="es-E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6" name="Conector recto de flecha 35">
              <a:extLst>
                <a:ext uri="{FF2B5EF4-FFF2-40B4-BE49-F238E27FC236}">
                  <a16:creationId xmlns:a16="http://schemas.microsoft.com/office/drawing/2014/main" id="{F73E4D28-ADEF-8432-3FC7-81FCC9C1D107}"/>
                </a:ext>
              </a:extLst>
            </p:cNvPr>
            <p:cNvCxnSpPr>
              <a:cxnSpLocks/>
            </p:cNvCxnSpPr>
            <p:nvPr/>
          </p:nvCxnSpPr>
          <p:spPr>
            <a:xfrm>
              <a:off x="5149946" y="2732241"/>
              <a:ext cx="3315699" cy="2961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de flecha 41">
              <a:extLst>
                <a:ext uri="{FF2B5EF4-FFF2-40B4-BE49-F238E27FC236}">
                  <a16:creationId xmlns:a16="http://schemas.microsoft.com/office/drawing/2014/main" id="{90E20497-08EE-AFA7-E6B6-5F32B69DF2BD}"/>
                </a:ext>
              </a:extLst>
            </p:cNvPr>
            <p:cNvCxnSpPr>
              <a:cxnSpLocks/>
              <a:stCxn id="12" idx="1"/>
              <a:endCxn id="9" idx="5"/>
            </p:cNvCxnSpPr>
            <p:nvPr/>
          </p:nvCxnSpPr>
          <p:spPr>
            <a:xfrm flipH="1" flipV="1">
              <a:off x="5134635" y="2759185"/>
              <a:ext cx="1170484" cy="6576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A1120C0D-8F08-D453-061F-2B211DCB8192}"/>
                    </a:ext>
                  </a:extLst>
                </p:cNvPr>
                <p:cNvSpPr txBox="1"/>
                <p:nvPr/>
              </p:nvSpPr>
              <p:spPr>
                <a:xfrm>
                  <a:off x="7116165" y="3327257"/>
                  <a:ext cx="70852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s-ES" sz="1600" b="0" i="1" smtClean="0">
                            <a:latin typeface="Cambria Math" panose="02040503050406030204" pitchFamily="18" charset="0"/>
                          </a:rPr>
                          <m:t>=0.2</m:t>
                        </m:r>
                      </m:oMath>
                    </m:oMathPara>
                  </a14:m>
                  <a:endParaRPr lang="es-ES" sz="1600" dirty="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A1120C0D-8F08-D453-061F-2B211DCB81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6165" y="3327257"/>
                  <a:ext cx="708527" cy="246221"/>
                </a:xfrm>
                <a:prstGeom prst="rect">
                  <a:avLst/>
                </a:prstGeom>
                <a:blipFill>
                  <a:blip r:embed="rId7"/>
                  <a:stretch>
                    <a:fillRect l="-3419" r="-5983" b="-5000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Forma libre: forma 28">
              <a:extLst>
                <a:ext uri="{FF2B5EF4-FFF2-40B4-BE49-F238E27FC236}">
                  <a16:creationId xmlns:a16="http://schemas.microsoft.com/office/drawing/2014/main" id="{9D7BA8C4-FFD0-975C-3721-98084478FF89}"/>
                </a:ext>
              </a:extLst>
            </p:cNvPr>
            <p:cNvSpPr/>
            <p:nvPr/>
          </p:nvSpPr>
          <p:spPr>
            <a:xfrm rot="21234267">
              <a:off x="5174724" y="2299962"/>
              <a:ext cx="3429521" cy="689610"/>
            </a:xfrm>
            <a:custGeom>
              <a:avLst/>
              <a:gdLst>
                <a:gd name="csX0" fmla="*/ 0 w 1417320"/>
                <a:gd name="csY0" fmla="*/ 0 h 472440"/>
                <a:gd name="csX1" fmla="*/ 727710 w 1417320"/>
                <a:gd name="csY1" fmla="*/ 91440 h 472440"/>
                <a:gd name="csX2" fmla="*/ 1417320 w 1417320"/>
                <a:gd name="csY2" fmla="*/ 472440 h 472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17320" h="472440">
                  <a:moveTo>
                    <a:pt x="0" y="0"/>
                  </a:moveTo>
                  <a:cubicBezTo>
                    <a:pt x="245745" y="6350"/>
                    <a:pt x="491490" y="12700"/>
                    <a:pt x="727710" y="91440"/>
                  </a:cubicBezTo>
                  <a:cubicBezTo>
                    <a:pt x="963930" y="170180"/>
                    <a:pt x="1281430" y="388620"/>
                    <a:pt x="1417320" y="472440"/>
                  </a:cubicBezTo>
                </a:path>
              </a:pathLst>
            </a:custGeom>
            <a:noFill/>
            <a:ln w="12700"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FAA23735-F4B4-D99A-11B7-A8FED80FBDAC}"/>
                </a:ext>
              </a:extLst>
            </p:cNvPr>
            <p:cNvSpPr/>
            <p:nvPr/>
          </p:nvSpPr>
          <p:spPr>
            <a:xfrm>
              <a:off x="4874470" y="2499020"/>
              <a:ext cx="304802" cy="30480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57736D9B-120E-D8D0-5A27-91E8FC36CCD8}"/>
                </a:ext>
              </a:extLst>
            </p:cNvPr>
            <p:cNvCxnSpPr>
              <a:stCxn id="9" idx="3"/>
              <a:endCxn id="9" idx="7"/>
            </p:cNvCxnSpPr>
            <p:nvPr/>
          </p:nvCxnSpPr>
          <p:spPr>
            <a:xfrm flipV="1">
              <a:off x="4919107" y="2543657"/>
              <a:ext cx="215528" cy="215528"/>
            </a:xfrm>
            <a:prstGeom prst="line">
              <a:avLst/>
            </a:prstGeom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77231F53-CB67-023C-18B3-DC5DDCC57E73}"/>
                </a:ext>
              </a:extLst>
            </p:cNvPr>
            <p:cNvSpPr/>
            <p:nvPr/>
          </p:nvSpPr>
          <p:spPr>
            <a:xfrm rot="21213226">
              <a:off x="5169172" y="2374775"/>
              <a:ext cx="3420913" cy="689610"/>
            </a:xfrm>
            <a:custGeom>
              <a:avLst/>
              <a:gdLst>
                <a:gd name="csX0" fmla="*/ 0 w 1417320"/>
                <a:gd name="csY0" fmla="*/ 0 h 472440"/>
                <a:gd name="csX1" fmla="*/ 727710 w 1417320"/>
                <a:gd name="csY1" fmla="*/ 91440 h 472440"/>
                <a:gd name="csX2" fmla="*/ 1417320 w 1417320"/>
                <a:gd name="csY2" fmla="*/ 472440 h 472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417320" h="472440">
                  <a:moveTo>
                    <a:pt x="0" y="0"/>
                  </a:moveTo>
                  <a:cubicBezTo>
                    <a:pt x="245745" y="6350"/>
                    <a:pt x="491490" y="12700"/>
                    <a:pt x="727710" y="91440"/>
                  </a:cubicBezTo>
                  <a:cubicBezTo>
                    <a:pt x="963930" y="170180"/>
                    <a:pt x="1281430" y="388620"/>
                    <a:pt x="1417320" y="47244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130D172-D0AD-7271-D1F6-6B3667AA9CFE}"/>
              </a:ext>
            </a:extLst>
          </p:cNvPr>
          <p:cNvGrpSpPr/>
          <p:nvPr/>
        </p:nvGrpSpPr>
        <p:grpSpPr>
          <a:xfrm>
            <a:off x="2053406" y="3764127"/>
            <a:ext cx="6188797" cy="3216252"/>
            <a:chOff x="356738" y="2498748"/>
            <a:chExt cx="6188797" cy="3216252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96E2204C-B634-23B5-9038-63B4474ED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r="48685"/>
            <a:stretch>
              <a:fillRect/>
            </a:stretch>
          </p:blipFill>
          <p:spPr>
            <a:xfrm>
              <a:off x="356738" y="2498748"/>
              <a:ext cx="3548369" cy="3216252"/>
            </a:xfrm>
            <a:prstGeom prst="rect">
              <a:avLst/>
            </a:prstGeom>
          </p:spPr>
        </p:pic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904D4558-7101-D9A4-74F0-C5D80BEC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33284" y="2606040"/>
              <a:ext cx="2812251" cy="25946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749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</TotalTime>
  <Words>8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 GABARRÚS ORDÓÑEZ</dc:creator>
  <cp:lastModifiedBy>ANDER GABARRÚS ORDÓÑEZ</cp:lastModifiedBy>
  <cp:revision>3</cp:revision>
  <dcterms:created xsi:type="dcterms:W3CDTF">2026-06-08T18:07:59Z</dcterms:created>
  <dcterms:modified xsi:type="dcterms:W3CDTF">2026-06-14T00:18:48Z</dcterms:modified>
</cp:coreProperties>
</file>